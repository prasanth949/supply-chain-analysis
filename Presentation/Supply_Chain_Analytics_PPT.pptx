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222C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ANALYTICS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1272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Intelligence Project on Revenue, Inventory, Manufacturing &amp; Supplier Performance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146304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023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Power BI  |  Interactive Dashboards  |  Data-Driven Recommendations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Submission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0" y="5989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used: </a:t>
            </a:r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 &amp;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was undertaken and what it covers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77840" cy="4754880"/>
          </a:xfrm>
          <a:prstGeom prst="roundRect">
            <a:avLst>
              <a:gd name="adj" fmla="val 1923"/>
            </a:avLst>
          </a:prstGeom>
          <a:solidFill>
            <a:srgbClr val="F5F7FD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end-to-end supply chain performance across product lines, suppliers, and manufacturing operations.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revenue, inventory, cost, lead time, and defect-rate metrics into a single decision-support view.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inefficiencies — overproduction, quality gaps, and slow-moving categories — to guide corrective action.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supplier performance on cost, speed, and quality to support sourcing decisions.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371600"/>
            <a:ext cx="5285232" cy="4754880"/>
          </a:xfrm>
          <a:prstGeom prst="roundRect">
            <a:avLst>
              <a:gd name="adj" fmla="val 192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057400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product categories: Skincare, Haircare, Cosmetics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supplier accounts: Supplier A, B, and C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Order, revenue, unit-sales and stock-level data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cost, production volume and lead time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cost and defect-rate tracking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interactive Power BI report pages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Executive Project Report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dashboards were built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F5F7FD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shaped raw supply chain data (orders, cost, defects, shipping) using Power Query — handled data types, removed duplicates, and standardized product/supplier names.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F5F7FD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1737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2514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03320" y="301752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product, supplier, and transaction data into a relational model to enable cross-filtering between slicers (product type, supplier, location, transport mode).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46304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F5F7FD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1737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2514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29400" y="301752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calculated measures for Total Revenue, Total Units Sold, Average Lead Time, Average Defect Rate, and Total Supply Chain Cost.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0" y="146304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F5F7FD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55480" y="1737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55548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55480" y="2514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555480" y="301752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4 report pages — Executive Overview, Product Comparison, Inventory &amp; Manufacturing, and Supplier Performance — using KPI cards, bar charts, and a filter panel.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Product-, order- and supplier-level supply chain records (100 SKUs across 3 categories, 3 suppliers, 5 locations, 3 transport modes).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Executive Project Report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1 — Executive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KPIs across revenue, orders, stock, lead time &amp; defects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5488" y="1344168"/>
            <a:ext cx="6821424" cy="4718304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5" name="Image 0" descr="exec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3845"/>
            <a:ext cx="6675120" cy="37589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0" y="14173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452360" y="1810512"/>
            <a:ext cx="4160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of 577.60K generated from 46K units across 4,922 orders.</a:t>
            </a:r>
            <a:endParaRPr lang="en-US" sz="11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leads on revenue (0.24M) and units sold (21K) — the strongest performer overall.</a:t>
            </a:r>
            <a:endParaRPr lang="en-US" sz="11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also carries the highest supply chain cost (22K) and longest average lead time (16.70 days).</a:t>
            </a:r>
            <a:endParaRPr lang="en-US" sz="11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Haircare has the highest average defect rate (2.5%) despite mid-range revenue — a quality flag.</a:t>
            </a:r>
            <a:endParaRPr lang="en-US" sz="11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is the most balanced category: lowest cost, shortest lead time, lowest defect rate.</a:t>
            </a:r>
            <a:endParaRPr lang="en-US" sz="1180" dirty="0"/>
          </a:p>
        </p:txBody>
      </p:sp>
      <p:sp>
        <p:nvSpPr>
          <p:cNvPr id="8" name="Shape 5"/>
          <p:cNvSpPr/>
          <p:nvPr/>
        </p:nvSpPr>
        <p:spPr>
          <a:xfrm>
            <a:off x="7452360" y="4800600"/>
            <a:ext cx="19888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62088" y="4873752"/>
            <a:ext cx="17693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577.60K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62088" y="5367528"/>
            <a:ext cx="17693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624060" y="4800600"/>
            <a:ext cx="19888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733788" y="4873752"/>
            <a:ext cx="17693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5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15.96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733788" y="5367528"/>
            <a:ext cx="17693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Lead Time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52360" y="5852160"/>
            <a:ext cx="19888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562088" y="5925312"/>
            <a:ext cx="17693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4,922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562088" y="6419088"/>
            <a:ext cx="17693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624060" y="5852160"/>
            <a:ext cx="19888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733788" y="5925312"/>
            <a:ext cx="17693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2.28%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733788" y="6419088"/>
            <a:ext cx="17693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Defect Rate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Executive Project Report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2 — Product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SKU-level detail behind the category-level KPIs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5488" y="1344168"/>
            <a:ext cx="6821424" cy="4718304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5" name="Image 0" descr="produc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9453"/>
            <a:ext cx="6675120" cy="37677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0" y="14173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452360" y="1810512"/>
            <a:ext cx="4160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tops revenue (0.24M) and units sold (20.7K), but also carries the highest manufacturing cost (1,960) and defect rate (93 per batch).</a:t>
            </a:r>
            <a:endParaRPr lang="en-US" sz="11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has the lowest manufacturing cost (1,119) and the lowest defect count (50) — most cost-efficient line.</a:t>
            </a:r>
            <a:endParaRPr lang="en-US" sz="11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SKU table shows skincare SKUs (e.g. SKU10, SKU36) command the highest average selling prices, explaining its revenue lead despite fewer stock units.</a:t>
            </a:r>
            <a:endParaRPr lang="en-US" sz="11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cost by product mirrors revenue rank: skincare (201) &gt; haircare (196) &gt; cosmetics (158).</a:t>
            </a:r>
            <a:endParaRPr lang="en-US" sz="118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Executive Project Report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3 — Inventory &amp; Manufacturing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efficiency and stock alignment by category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5488" y="1344168"/>
            <a:ext cx="6821424" cy="4718304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5" name="Image 0" descr="inventory_manufactu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495"/>
            <a:ext cx="6675120" cy="37496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0" y="14173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452360" y="1810512"/>
            <a:ext cx="4160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Haircare has the longest manufacturing lead time (17.06) despite not being the top revenue driver.</a:t>
            </a:r>
            <a:endParaRPr lang="en-US" sz="11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is over-produced relative to demand: ~24K units produced vs. ~21K sold — a moderate surplus.</a:t>
            </a:r>
            <a:endParaRPr lang="en-US" sz="11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Haircare shows the widest production-to-sales gap: ~20K produced vs. ~14K sold, signalling excess inventory risk.</a:t>
            </a:r>
            <a:endParaRPr lang="en-US" sz="11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production (12K) tracks closely with units sold, the tightest demand-supply match of the three categories.</a:t>
            </a:r>
            <a:endParaRPr lang="en-US" sz="11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cost is highest for skincare (49) and lowest for cosmetics (43), consistent with its premium pricing.</a:t>
            </a:r>
            <a:endParaRPr lang="en-US" sz="118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Executive Project Report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4 — Supplier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cost, quality and speed across the 3 supplier accounts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5488" y="1344168"/>
            <a:ext cx="6821424" cy="4718304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5" name="Image 0" descr="supplier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4782"/>
            <a:ext cx="6675120" cy="3757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0" y="14173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452360" y="1810512"/>
            <a:ext cx="4160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B offers the best cost (45/unit) and lowest defect rate (1.00%), but the slowest lead time (7 days).</a:t>
            </a:r>
            <a:endParaRPr lang="en-US" sz="11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 is fastest (4 days) but most expensive (55/unit) and least reliable (3.00% defects).</a:t>
            </a:r>
            <a:endParaRPr lang="en-US" sz="11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 sits in the middle on every metric — cost 50, defect 2.00%, lead time 5 days — a balanced default option.</a:t>
            </a:r>
            <a:endParaRPr lang="en-US" sz="11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across suppliers: 50.00/unit cost, 2.00% defect rate, 5.33-day lead time.</a:t>
            </a:r>
            <a:endParaRPr lang="en-US" sz="118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Executive Project Report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four dashboards reveal together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5F7FD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9728" cy="77724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916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concentrated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alone generates ~42% of total revenue (0.24M of 577.60K), making it the priority category for supply reliability.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5F7FD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737360"/>
            <a:ext cx="109728" cy="77724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16916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Cosmetics is the efficiency benchmark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12280" y="214884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cost, lowest defect rate, shortest lead time, and the tightest production-to-sales match of all categories.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5F7FD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114800"/>
            <a:ext cx="109728" cy="777240"/>
          </a:xfrm>
          <a:prstGeom prst="roundRect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0690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Haircare needs attention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52628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defect rate (2.5%) and the largest overproduction gap (~6K excess units) — a combined quality and inventory risk.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8404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5F7FD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4114800"/>
            <a:ext cx="109728" cy="777240"/>
          </a:xfrm>
          <a:prstGeom prst="roundRect">
            <a:avLst/>
          </a:prstGeom>
          <a:solidFill>
            <a:srgbClr val="4A5578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40690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trade-offs are clear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12280" y="452628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supplier wins on all fronts: Supplier B = cheapest &amp; most reliable; Supplier C = fastest; Supplier A = balanced.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Executive Project Report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 based on the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haircare production toward actual demand to shrink the ~6K unit overproduction gap and reduce holding costs.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30175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haircare quality with its supplier(s) to bring the defect rate down from 2.5% toward the cosmetics benchmark of 1.9%.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46177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 larger share of order volume to Supplier B for standard orders, given its lowest cost and defect rate; reserve Supplier C for time-critical, low-volume orders only.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4630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14173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skincare production process to close the gap between its 16.70-day lead time and the cosmetics benchmark of 15.38 days.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0632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30175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monitoring thresholds in the dashboard — e.g. flag any category above 2.5% defect rate or any supplier above 3.0% — for proactive alerts.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6634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46177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Product Comparison SKU table to identify and reduce reliance on high-cost, high-defect SKUs within skincare.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Executive Project Report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5029200" cy="5029200"/>
          </a:xfrm>
          <a:prstGeom prst="ellipse">
            <a:avLst/>
          </a:prstGeom>
          <a:solidFill>
            <a:srgbClr val="222C6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46304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10241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Power BI dashboards give a complete, filterable view of supply chain performance — from company-wide KPIs down to individual SKUs and suppliers.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drives revenue but also cost and delay; cosmetics is the efficiency model the business should benchmark against.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selection should be need-based: cost/quality for routine orders (Supplier B), speed for urgent orders (Supplier C).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on the haircare quality and overproduction issues offers the clearest near-term improvement opportunity.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using Microsoft Power BI  |  Dashboards: Executive Overview · Product Comparison · Inventory &amp; Manufacturing · Supplier Performance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2026-09-25T05:55:40Z</dcterms:created>
  <dcterms:modified xsi:type="dcterms:W3CDTF">2026-09-25T05:55:40Z</dcterms:modified>
</cp:coreProperties>
</file>